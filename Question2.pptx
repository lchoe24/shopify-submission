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7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A7509-E008-4270-8288-A76C20207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99DF77-2A7B-42E2-89CC-76C42A96E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6C3BE-BB10-42ED-AACF-E78B7C69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C45C0-3201-44AD-9B27-BBC35411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0B502D-91C7-4C70-9E46-AA77589D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1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36F4-BD3B-4841-8844-69C9E02B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483FD-3E77-4574-B176-8532B217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2EE7-FE99-4410-8606-B2E644ECF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73622-C83A-4AA8-AE4F-50ACCA7D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384FA-4C08-4EE6-A1E1-9149E239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3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EF734-1E94-4E1D-B0DF-2CCFD9CE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AD585F-B2D9-4596-87A6-243E2965A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3E704-EA49-42EE-8081-C58EFE0A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A3970-CE9A-4172-B871-2F764298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B2DF8D-ECC6-494C-A7B2-DA8995D2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7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DD382-02A9-4762-9855-976EE5AE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1A736-A0C4-4272-9912-952EDDF6A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4E55DB-1A20-49B1-B0EB-B829D510C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C9B6BC-C787-485A-B0A4-C41470AE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878DF6-863A-4598-AC56-C70CEDFA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99CE8A-96CF-4878-84EA-07527C4D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4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88964-8E70-4771-B742-0A784565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FBEEA1-C863-424C-9F2B-314C5CC20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21B5D-7968-403F-BE3C-C573A4D5F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093C3F-B92D-4987-B412-D223842E1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7381FD-A300-47FB-B166-B9EC6C136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D7D130-BCAA-49DB-9766-1137A05A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0C5EA7-F77C-4049-BF87-D76CB2BA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8D2D77-C43A-4281-9F1D-3305D401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7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8EDCC-4239-4B37-960E-2B4C7772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541114-D57C-4723-BEDC-B612D328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D1922D-25B4-4CE4-99E9-DCBB91A5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8F225D-AB7E-4216-9BBE-8A0871AB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1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2EED92-6C3A-447D-823F-511FC20F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C30080-487D-400B-9B16-1121DBB1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B92C7-BD82-49AC-A0B0-127A6C2D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87074-FCAE-4615-96A9-474275DB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CCA2D-44CB-4D14-890F-AB62275F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6908C-F843-44F6-B065-DBFDB4CB9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282A64-B1FB-43CB-869C-61615D51D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8DE631-5023-40F0-969E-E08F6C10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F91B8-54E7-4F45-B2C6-3AB16205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17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BF163-5B96-45C5-A776-6580E4F58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6EAD78-E275-4F8D-8485-99D58257A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F90070-1AA5-44E3-9FAD-A7FFD9903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C2BF1C-E58F-4788-88FD-88A655AD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6099BF-2229-47EB-BADA-7F97383E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820657-E620-45B4-892F-375A7CE0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3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87B36-4275-47AA-B229-3CA78AB3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3F3722-29F7-477B-B9D9-BEA930443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0C7EA-125B-483C-AD0C-0D5C9257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48833-77DB-4856-8007-9AAE6EF3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96B2E-4360-4399-BB0A-F2CFCEB0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7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6C7135-D492-4691-814B-DC8F6838E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F6438-3CE6-4D08-BA3D-29E48F7DA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EBAAB5-7866-45C5-BC81-C0A36B16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544D30-D577-45CD-8613-EC2858E9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E69C4A-E0D9-4E1F-892B-667CB7FB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0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007E9F-8245-43C6-80F7-CF5C9914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5F8023-3E3E-4857-90E6-3AE02DE8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53DAA-8593-42BD-AFFC-FADD977BD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0120-6ABB-4942-946E-975154D5D2F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4A089-6709-4EFC-A14C-19B747E7C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DC678-D952-47A2-B43C-961DC0C19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6F3F-5025-47A1-8710-77661B4F6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3B3711-BBAE-4B2A-A6E4-37A2C2445E72}"/>
              </a:ext>
            </a:extLst>
          </p:cNvPr>
          <p:cNvSpPr txBox="1"/>
          <p:nvPr/>
        </p:nvSpPr>
        <p:spPr>
          <a:xfrm>
            <a:off x="316088" y="146756"/>
            <a:ext cx="979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many orders were shipped by Speedy Express in total?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631719-8050-4BAD-B663-AB730EA19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1" y="713518"/>
            <a:ext cx="11126753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51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40F6E-2F76-49B3-977C-CA3F52AF6C57}"/>
              </a:ext>
            </a:extLst>
          </p:cNvPr>
          <p:cNvSpPr txBox="1"/>
          <p:nvPr/>
        </p:nvSpPr>
        <p:spPr>
          <a:xfrm>
            <a:off x="316088" y="146756"/>
            <a:ext cx="979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What is the last name of the employee with the most orders?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156570-0CF1-4A63-BD83-B95003B36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5" y="719183"/>
            <a:ext cx="11031489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35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40F6E-2F76-49B3-977C-CA3F52AF6C57}"/>
              </a:ext>
            </a:extLst>
          </p:cNvPr>
          <p:cNvSpPr txBox="1"/>
          <p:nvPr/>
        </p:nvSpPr>
        <p:spPr>
          <a:xfrm>
            <a:off x="316088" y="146756"/>
            <a:ext cx="979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What is the last name of the employee with the most orders? (Another version)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97E9B7-80E2-4F96-90A0-D1458D01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614393"/>
            <a:ext cx="11250595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8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D7E1EC-63DD-4470-94A0-ED08EF7D34B3}"/>
              </a:ext>
            </a:extLst>
          </p:cNvPr>
          <p:cNvSpPr txBox="1"/>
          <p:nvPr/>
        </p:nvSpPr>
        <p:spPr>
          <a:xfrm>
            <a:off x="316088" y="146756"/>
            <a:ext cx="9798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What product was ordered the most by customers in Germany?</a:t>
            </a:r>
          </a:p>
          <a:p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BA2002-AD5F-4F19-A545-BC1B448E4D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68"/>
          <a:stretch/>
        </p:blipFill>
        <p:spPr>
          <a:xfrm>
            <a:off x="461176" y="469921"/>
            <a:ext cx="11269648" cy="62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1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58</Words>
  <Application>Microsoft Office PowerPoint</Application>
  <PresentationFormat>와이드스크린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7040_64bit</dc:creator>
  <cp:lastModifiedBy>7040_64bit</cp:lastModifiedBy>
  <cp:revision>2</cp:revision>
  <dcterms:created xsi:type="dcterms:W3CDTF">2021-09-17T02:11:14Z</dcterms:created>
  <dcterms:modified xsi:type="dcterms:W3CDTF">2021-09-20T03:19:48Z</dcterms:modified>
</cp:coreProperties>
</file>